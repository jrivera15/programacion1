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  <p:sldMasterId id="2147483790" r:id="rId2"/>
  </p:sldMasterIdLst>
  <p:notesMasterIdLst>
    <p:notesMasterId r:id="rId10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2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326FB-C637-4300-A8AB-397C58429D4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51F693A-B93F-40CA-A193-C789825EB600}">
      <dgm:prSet/>
      <dgm:spPr/>
      <dgm:t>
        <a:bodyPr/>
        <a:lstStyle/>
        <a:p>
          <a:r>
            <a:rPr lang="es-MX" dirty="0"/>
            <a:t>Tomar notas</a:t>
          </a:r>
          <a:endParaRPr lang="en-US" dirty="0"/>
        </a:p>
      </dgm:t>
    </dgm:pt>
    <dgm:pt modelId="{244EFDA8-5A8E-4898-B40A-3928466C5D3A}" type="parTrans" cxnId="{96E19A33-83D7-45F2-81E7-5F96D8D75FFE}">
      <dgm:prSet/>
      <dgm:spPr/>
      <dgm:t>
        <a:bodyPr/>
        <a:lstStyle/>
        <a:p>
          <a:endParaRPr lang="en-US"/>
        </a:p>
      </dgm:t>
    </dgm:pt>
    <dgm:pt modelId="{0D82ECAF-2E82-4084-A1EB-2B8FE3B05E91}" type="sibTrans" cxnId="{96E19A33-83D7-45F2-81E7-5F96D8D75FFE}">
      <dgm:prSet/>
      <dgm:spPr/>
      <dgm:t>
        <a:bodyPr/>
        <a:lstStyle/>
        <a:p>
          <a:endParaRPr lang="en-US"/>
        </a:p>
      </dgm:t>
    </dgm:pt>
    <dgm:pt modelId="{C1831B34-B207-498F-BFBB-E452D2EAC987}">
      <dgm:prSet/>
      <dgm:spPr/>
      <dgm:t>
        <a:bodyPr/>
        <a:lstStyle/>
        <a:p>
          <a:r>
            <a:rPr lang="es-MX" dirty="0"/>
            <a:t>Guardar celular</a:t>
          </a:r>
          <a:endParaRPr lang="en-US" dirty="0"/>
        </a:p>
      </dgm:t>
    </dgm:pt>
    <dgm:pt modelId="{DDDF8563-D013-4EA5-938F-421C276238AA}" type="parTrans" cxnId="{41E0BC55-B04E-4BE0-9CED-85257FF75537}">
      <dgm:prSet/>
      <dgm:spPr/>
      <dgm:t>
        <a:bodyPr/>
        <a:lstStyle/>
        <a:p>
          <a:endParaRPr lang="en-US"/>
        </a:p>
      </dgm:t>
    </dgm:pt>
    <dgm:pt modelId="{9ECA57C4-CA41-4288-9177-CE66E6473A19}" type="sibTrans" cxnId="{41E0BC55-B04E-4BE0-9CED-85257FF75537}">
      <dgm:prSet/>
      <dgm:spPr/>
      <dgm:t>
        <a:bodyPr/>
        <a:lstStyle/>
        <a:p>
          <a:endParaRPr lang="en-US"/>
        </a:p>
      </dgm:t>
    </dgm:pt>
    <dgm:pt modelId="{A32230DC-DC1B-42BF-8ED7-7CFF01A0DA67}">
      <dgm:prSet/>
      <dgm:spPr/>
      <dgm:t>
        <a:bodyPr/>
        <a:lstStyle/>
        <a:p>
          <a:r>
            <a:rPr lang="es-MX" dirty="0"/>
            <a:t>Participar</a:t>
          </a:r>
          <a:endParaRPr lang="en-US" dirty="0"/>
        </a:p>
      </dgm:t>
    </dgm:pt>
    <dgm:pt modelId="{8549AA05-BB3F-4237-824A-DE5FBA741811}" type="parTrans" cxnId="{4A9F72CE-AC57-4211-8CD6-DA87081430BF}">
      <dgm:prSet/>
      <dgm:spPr/>
      <dgm:t>
        <a:bodyPr/>
        <a:lstStyle/>
        <a:p>
          <a:endParaRPr lang="en-US"/>
        </a:p>
      </dgm:t>
    </dgm:pt>
    <dgm:pt modelId="{50493D1E-49C0-4BC0-8A20-66FEDA838706}" type="sibTrans" cxnId="{4A9F72CE-AC57-4211-8CD6-DA87081430BF}">
      <dgm:prSet/>
      <dgm:spPr/>
      <dgm:t>
        <a:bodyPr/>
        <a:lstStyle/>
        <a:p>
          <a:endParaRPr lang="en-US"/>
        </a:p>
      </dgm:t>
    </dgm:pt>
    <dgm:pt modelId="{A7B6FF26-9405-4EFA-B73C-2856258454F6}" type="pres">
      <dgm:prSet presAssocID="{EDB326FB-C637-4300-A8AB-397C58429D4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44FDA4-2961-43C7-8EB5-534E3F18D944}" type="pres">
      <dgm:prSet presAssocID="{451F693A-B93F-40CA-A193-C789825EB600}" presName="hierRoot1" presStyleCnt="0"/>
      <dgm:spPr/>
    </dgm:pt>
    <dgm:pt modelId="{B4FF0636-D102-4B2B-BB2C-80D116D28E8D}" type="pres">
      <dgm:prSet presAssocID="{451F693A-B93F-40CA-A193-C789825EB600}" presName="composite" presStyleCnt="0"/>
      <dgm:spPr/>
    </dgm:pt>
    <dgm:pt modelId="{83683C65-199B-4E72-B975-9DA1C7A226B0}" type="pres">
      <dgm:prSet presAssocID="{451F693A-B93F-40CA-A193-C789825EB600}" presName="background" presStyleLbl="node0" presStyleIdx="0" presStyleCnt="3"/>
      <dgm:spPr/>
    </dgm:pt>
    <dgm:pt modelId="{0AE0D065-417A-41AA-BE2D-1969EE57B417}" type="pres">
      <dgm:prSet presAssocID="{451F693A-B93F-40CA-A193-C789825EB600}" presName="text" presStyleLbl="fgAcc0" presStyleIdx="0" presStyleCnt="3">
        <dgm:presLayoutVars>
          <dgm:chPref val="3"/>
        </dgm:presLayoutVars>
      </dgm:prSet>
      <dgm:spPr/>
    </dgm:pt>
    <dgm:pt modelId="{A4BAFF3E-9180-4244-9383-9FC53AF1F5DC}" type="pres">
      <dgm:prSet presAssocID="{451F693A-B93F-40CA-A193-C789825EB600}" presName="hierChild2" presStyleCnt="0"/>
      <dgm:spPr/>
    </dgm:pt>
    <dgm:pt modelId="{5C9637F7-A107-4CBF-8184-EEA7F0B376FC}" type="pres">
      <dgm:prSet presAssocID="{C1831B34-B207-498F-BFBB-E452D2EAC987}" presName="hierRoot1" presStyleCnt="0"/>
      <dgm:spPr/>
    </dgm:pt>
    <dgm:pt modelId="{580C603E-508D-4E96-8400-61A3606A28CD}" type="pres">
      <dgm:prSet presAssocID="{C1831B34-B207-498F-BFBB-E452D2EAC987}" presName="composite" presStyleCnt="0"/>
      <dgm:spPr/>
    </dgm:pt>
    <dgm:pt modelId="{372DE436-9A76-4B40-A3B4-1E93DD36A87B}" type="pres">
      <dgm:prSet presAssocID="{C1831B34-B207-498F-BFBB-E452D2EAC987}" presName="background" presStyleLbl="node0" presStyleIdx="1" presStyleCnt="3"/>
      <dgm:spPr/>
    </dgm:pt>
    <dgm:pt modelId="{A2417209-9184-4850-818A-2860524A9164}" type="pres">
      <dgm:prSet presAssocID="{C1831B34-B207-498F-BFBB-E452D2EAC987}" presName="text" presStyleLbl="fgAcc0" presStyleIdx="1" presStyleCnt="3">
        <dgm:presLayoutVars>
          <dgm:chPref val="3"/>
        </dgm:presLayoutVars>
      </dgm:prSet>
      <dgm:spPr/>
    </dgm:pt>
    <dgm:pt modelId="{E61C23A2-27EC-4A0B-BC47-448FE210CEA4}" type="pres">
      <dgm:prSet presAssocID="{C1831B34-B207-498F-BFBB-E452D2EAC987}" presName="hierChild2" presStyleCnt="0"/>
      <dgm:spPr/>
    </dgm:pt>
    <dgm:pt modelId="{4C64262A-0D52-41DC-9E10-620F70AE39EB}" type="pres">
      <dgm:prSet presAssocID="{A32230DC-DC1B-42BF-8ED7-7CFF01A0DA67}" presName="hierRoot1" presStyleCnt="0"/>
      <dgm:spPr/>
    </dgm:pt>
    <dgm:pt modelId="{24E4A8A3-9F7F-4385-8A18-58520ADD3F2C}" type="pres">
      <dgm:prSet presAssocID="{A32230DC-DC1B-42BF-8ED7-7CFF01A0DA67}" presName="composite" presStyleCnt="0"/>
      <dgm:spPr/>
    </dgm:pt>
    <dgm:pt modelId="{F03378A5-8B17-4A61-9927-677575D04375}" type="pres">
      <dgm:prSet presAssocID="{A32230DC-DC1B-42BF-8ED7-7CFF01A0DA67}" presName="background" presStyleLbl="node0" presStyleIdx="2" presStyleCnt="3"/>
      <dgm:spPr/>
    </dgm:pt>
    <dgm:pt modelId="{85421042-9308-4A06-827E-FC6BF4936A45}" type="pres">
      <dgm:prSet presAssocID="{A32230DC-DC1B-42BF-8ED7-7CFF01A0DA67}" presName="text" presStyleLbl="fgAcc0" presStyleIdx="2" presStyleCnt="3">
        <dgm:presLayoutVars>
          <dgm:chPref val="3"/>
        </dgm:presLayoutVars>
      </dgm:prSet>
      <dgm:spPr/>
    </dgm:pt>
    <dgm:pt modelId="{4C9F54CC-8049-48AF-928C-5F12D86AC4E6}" type="pres">
      <dgm:prSet presAssocID="{A32230DC-DC1B-42BF-8ED7-7CFF01A0DA67}" presName="hierChild2" presStyleCnt="0"/>
      <dgm:spPr/>
    </dgm:pt>
  </dgm:ptLst>
  <dgm:cxnLst>
    <dgm:cxn modelId="{186C4E12-CB96-4A0F-96D1-DDA03DBD10E7}" type="presOf" srcId="{C1831B34-B207-498F-BFBB-E452D2EAC987}" destId="{A2417209-9184-4850-818A-2860524A9164}" srcOrd="0" destOrd="0" presId="urn:microsoft.com/office/officeart/2005/8/layout/hierarchy1"/>
    <dgm:cxn modelId="{96E19A33-83D7-45F2-81E7-5F96D8D75FFE}" srcId="{EDB326FB-C637-4300-A8AB-397C58429D4B}" destId="{451F693A-B93F-40CA-A193-C789825EB600}" srcOrd="0" destOrd="0" parTransId="{244EFDA8-5A8E-4898-B40A-3928466C5D3A}" sibTransId="{0D82ECAF-2E82-4084-A1EB-2B8FE3B05E91}"/>
    <dgm:cxn modelId="{41E0BC55-B04E-4BE0-9CED-85257FF75537}" srcId="{EDB326FB-C637-4300-A8AB-397C58429D4B}" destId="{C1831B34-B207-498F-BFBB-E452D2EAC987}" srcOrd="1" destOrd="0" parTransId="{DDDF8563-D013-4EA5-938F-421C276238AA}" sibTransId="{9ECA57C4-CA41-4288-9177-CE66E6473A19}"/>
    <dgm:cxn modelId="{2D5D2EC0-5371-48E3-82AD-054DC6D8F888}" type="presOf" srcId="{A32230DC-DC1B-42BF-8ED7-7CFF01A0DA67}" destId="{85421042-9308-4A06-827E-FC6BF4936A45}" srcOrd="0" destOrd="0" presId="urn:microsoft.com/office/officeart/2005/8/layout/hierarchy1"/>
    <dgm:cxn modelId="{227B7BC3-A216-41FC-A7C7-E8B7506EC31F}" type="presOf" srcId="{451F693A-B93F-40CA-A193-C789825EB600}" destId="{0AE0D065-417A-41AA-BE2D-1969EE57B417}" srcOrd="0" destOrd="0" presId="urn:microsoft.com/office/officeart/2005/8/layout/hierarchy1"/>
    <dgm:cxn modelId="{4A9F72CE-AC57-4211-8CD6-DA87081430BF}" srcId="{EDB326FB-C637-4300-A8AB-397C58429D4B}" destId="{A32230DC-DC1B-42BF-8ED7-7CFF01A0DA67}" srcOrd="2" destOrd="0" parTransId="{8549AA05-BB3F-4237-824A-DE5FBA741811}" sibTransId="{50493D1E-49C0-4BC0-8A20-66FEDA838706}"/>
    <dgm:cxn modelId="{2BDAF2F7-D7AF-4932-86D9-145212A584DA}" type="presOf" srcId="{EDB326FB-C637-4300-A8AB-397C58429D4B}" destId="{A7B6FF26-9405-4EFA-B73C-2856258454F6}" srcOrd="0" destOrd="0" presId="urn:microsoft.com/office/officeart/2005/8/layout/hierarchy1"/>
    <dgm:cxn modelId="{BD77D16F-4637-4C4A-B59E-78CE8B6A5DF8}" type="presParOf" srcId="{A7B6FF26-9405-4EFA-B73C-2856258454F6}" destId="{6044FDA4-2961-43C7-8EB5-534E3F18D944}" srcOrd="0" destOrd="0" presId="urn:microsoft.com/office/officeart/2005/8/layout/hierarchy1"/>
    <dgm:cxn modelId="{E996B1A2-685A-4E6E-AFC0-AA47CA68B562}" type="presParOf" srcId="{6044FDA4-2961-43C7-8EB5-534E3F18D944}" destId="{B4FF0636-D102-4B2B-BB2C-80D116D28E8D}" srcOrd="0" destOrd="0" presId="urn:microsoft.com/office/officeart/2005/8/layout/hierarchy1"/>
    <dgm:cxn modelId="{E4CCFBC0-4286-4E1B-BF48-BE460A37AFC9}" type="presParOf" srcId="{B4FF0636-D102-4B2B-BB2C-80D116D28E8D}" destId="{83683C65-199B-4E72-B975-9DA1C7A226B0}" srcOrd="0" destOrd="0" presId="urn:microsoft.com/office/officeart/2005/8/layout/hierarchy1"/>
    <dgm:cxn modelId="{63E5D64E-64B3-4E58-96CD-3EB520CEF517}" type="presParOf" srcId="{B4FF0636-D102-4B2B-BB2C-80D116D28E8D}" destId="{0AE0D065-417A-41AA-BE2D-1969EE57B417}" srcOrd="1" destOrd="0" presId="urn:microsoft.com/office/officeart/2005/8/layout/hierarchy1"/>
    <dgm:cxn modelId="{06DA9404-EFE7-497E-A59B-5B287F17A872}" type="presParOf" srcId="{6044FDA4-2961-43C7-8EB5-534E3F18D944}" destId="{A4BAFF3E-9180-4244-9383-9FC53AF1F5DC}" srcOrd="1" destOrd="0" presId="urn:microsoft.com/office/officeart/2005/8/layout/hierarchy1"/>
    <dgm:cxn modelId="{0F85E32C-37E5-4252-90C6-B3AA8A881329}" type="presParOf" srcId="{A7B6FF26-9405-4EFA-B73C-2856258454F6}" destId="{5C9637F7-A107-4CBF-8184-EEA7F0B376FC}" srcOrd="1" destOrd="0" presId="urn:microsoft.com/office/officeart/2005/8/layout/hierarchy1"/>
    <dgm:cxn modelId="{A9AD1E3A-39FF-4E38-B175-A9F184821DF2}" type="presParOf" srcId="{5C9637F7-A107-4CBF-8184-EEA7F0B376FC}" destId="{580C603E-508D-4E96-8400-61A3606A28CD}" srcOrd="0" destOrd="0" presId="urn:microsoft.com/office/officeart/2005/8/layout/hierarchy1"/>
    <dgm:cxn modelId="{3D13E585-D90A-4631-AB48-370CD66DE2A7}" type="presParOf" srcId="{580C603E-508D-4E96-8400-61A3606A28CD}" destId="{372DE436-9A76-4B40-A3B4-1E93DD36A87B}" srcOrd="0" destOrd="0" presId="urn:microsoft.com/office/officeart/2005/8/layout/hierarchy1"/>
    <dgm:cxn modelId="{87E8D375-A791-4DC5-973D-B3668EEEA9E5}" type="presParOf" srcId="{580C603E-508D-4E96-8400-61A3606A28CD}" destId="{A2417209-9184-4850-818A-2860524A9164}" srcOrd="1" destOrd="0" presId="urn:microsoft.com/office/officeart/2005/8/layout/hierarchy1"/>
    <dgm:cxn modelId="{CD98D619-FFD4-42E7-9E21-58044021F065}" type="presParOf" srcId="{5C9637F7-A107-4CBF-8184-EEA7F0B376FC}" destId="{E61C23A2-27EC-4A0B-BC47-448FE210CEA4}" srcOrd="1" destOrd="0" presId="urn:microsoft.com/office/officeart/2005/8/layout/hierarchy1"/>
    <dgm:cxn modelId="{2C3E3C75-F0FD-48CC-AF92-669D79C13C25}" type="presParOf" srcId="{A7B6FF26-9405-4EFA-B73C-2856258454F6}" destId="{4C64262A-0D52-41DC-9E10-620F70AE39EB}" srcOrd="2" destOrd="0" presId="urn:microsoft.com/office/officeart/2005/8/layout/hierarchy1"/>
    <dgm:cxn modelId="{F42762C3-D3E9-471C-90EF-BFE1AF459B7E}" type="presParOf" srcId="{4C64262A-0D52-41DC-9E10-620F70AE39EB}" destId="{24E4A8A3-9F7F-4385-8A18-58520ADD3F2C}" srcOrd="0" destOrd="0" presId="urn:microsoft.com/office/officeart/2005/8/layout/hierarchy1"/>
    <dgm:cxn modelId="{F841A2BF-1FEF-4BB1-80CE-89DE061815CB}" type="presParOf" srcId="{24E4A8A3-9F7F-4385-8A18-58520ADD3F2C}" destId="{F03378A5-8B17-4A61-9927-677575D04375}" srcOrd="0" destOrd="0" presId="urn:microsoft.com/office/officeart/2005/8/layout/hierarchy1"/>
    <dgm:cxn modelId="{CD64E626-499D-43EB-B98C-7F393200E7B8}" type="presParOf" srcId="{24E4A8A3-9F7F-4385-8A18-58520ADD3F2C}" destId="{85421042-9308-4A06-827E-FC6BF4936A45}" srcOrd="1" destOrd="0" presId="urn:microsoft.com/office/officeart/2005/8/layout/hierarchy1"/>
    <dgm:cxn modelId="{170B444D-F5DC-4B06-8E6F-A8784CCFC6C7}" type="presParOf" srcId="{4C64262A-0D52-41DC-9E10-620F70AE39EB}" destId="{4C9F54CC-8049-48AF-928C-5F12D86AC4E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83C65-199B-4E72-B975-9DA1C7A226B0}">
      <dsp:nvSpPr>
        <dsp:cNvPr id="0" name=""/>
        <dsp:cNvSpPr/>
      </dsp:nvSpPr>
      <dsp:spPr>
        <a:xfrm>
          <a:off x="0" y="665979"/>
          <a:ext cx="2529353" cy="16061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0D065-417A-41AA-BE2D-1969EE57B417}">
      <dsp:nvSpPr>
        <dsp:cNvPr id="0" name=""/>
        <dsp:cNvSpPr/>
      </dsp:nvSpPr>
      <dsp:spPr>
        <a:xfrm>
          <a:off x="281039" y="932966"/>
          <a:ext cx="2529353" cy="16061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Tomar notas</a:t>
          </a:r>
          <a:endParaRPr lang="en-US" sz="4000" kern="1200" dirty="0"/>
        </a:p>
      </dsp:txBody>
      <dsp:txXfrm>
        <a:off x="328081" y="980008"/>
        <a:ext cx="2435269" cy="1512055"/>
      </dsp:txXfrm>
    </dsp:sp>
    <dsp:sp modelId="{372DE436-9A76-4B40-A3B4-1E93DD36A87B}">
      <dsp:nvSpPr>
        <dsp:cNvPr id="0" name=""/>
        <dsp:cNvSpPr/>
      </dsp:nvSpPr>
      <dsp:spPr>
        <a:xfrm>
          <a:off x="3091431" y="665979"/>
          <a:ext cx="2529353" cy="16061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17209-9184-4850-818A-2860524A9164}">
      <dsp:nvSpPr>
        <dsp:cNvPr id="0" name=""/>
        <dsp:cNvSpPr/>
      </dsp:nvSpPr>
      <dsp:spPr>
        <a:xfrm>
          <a:off x="3372471" y="932966"/>
          <a:ext cx="2529353" cy="16061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Guardar celular</a:t>
          </a:r>
          <a:endParaRPr lang="en-US" sz="4000" kern="1200" dirty="0"/>
        </a:p>
      </dsp:txBody>
      <dsp:txXfrm>
        <a:off x="3419513" y="980008"/>
        <a:ext cx="2435269" cy="1512055"/>
      </dsp:txXfrm>
    </dsp:sp>
    <dsp:sp modelId="{F03378A5-8B17-4A61-9927-677575D04375}">
      <dsp:nvSpPr>
        <dsp:cNvPr id="0" name=""/>
        <dsp:cNvSpPr/>
      </dsp:nvSpPr>
      <dsp:spPr>
        <a:xfrm>
          <a:off x="6182863" y="665979"/>
          <a:ext cx="2529353" cy="16061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21042-9308-4A06-827E-FC6BF4936A45}">
      <dsp:nvSpPr>
        <dsp:cNvPr id="0" name=""/>
        <dsp:cNvSpPr/>
      </dsp:nvSpPr>
      <dsp:spPr>
        <a:xfrm>
          <a:off x="6463902" y="932966"/>
          <a:ext cx="2529353" cy="16061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Participar</a:t>
          </a:r>
          <a:endParaRPr lang="en-US" sz="4000" kern="1200" dirty="0"/>
        </a:p>
      </dsp:txBody>
      <dsp:txXfrm>
        <a:off x="6510944" y="980008"/>
        <a:ext cx="2435269" cy="1512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A9E4C-792E-46CE-BAC0-E65B3FE2F87D}" type="datetimeFigureOut">
              <a:rPr lang="es-MX" smtClean="0"/>
              <a:t>13/08/2026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CE513-2B2B-4C7E-A65B-644AE6F212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502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E513-2B2B-4C7E-A65B-644AE6F212E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836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8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6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437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459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909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758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655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921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20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979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906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0657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3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c.unison.mx/wp-content/uploads/2025/06/PROGRAMACION-I-22095.pdf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c.unison.mx/wp-content/uploads/2025/06/PROGRAMACION-I-22095.pdf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s10.org/sp24/" TargetMode="External"/><Relationship Id="rId2" Type="http://schemas.openxmlformats.org/officeDocument/2006/relationships/hyperlink" Target="https://bjc.edc.or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E24F9-114E-A10A-8048-711275409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 vert="horz" lIns="91440" tIns="45720" rIns="91440" bIns="45720" rtlCol="0">
            <a:normAutofit/>
          </a:bodyPr>
          <a:lstStyle/>
          <a:p>
            <a:pPr algn="l" defTabSz="914400"/>
            <a:r>
              <a:rPr lang="en-US" sz="8000" b="1" kern="1200" spc="700" dirty="0">
                <a:latin typeface="+mj-lt"/>
                <a:ea typeface="+mj-ea"/>
                <a:cs typeface="+mj-cs"/>
              </a:rPr>
              <a:t>PROGRAMACIÓN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F1076-C903-77FD-D57F-8D5E9156B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 vert="horz" lIns="91440" tIns="45720" rIns="91440" bIns="45720" rtlCol="0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María Janneth Rivera Reyna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Licenciatura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en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Ciencias</a:t>
            </a:r>
            <a:r>
              <a:rPr lang="en-US" sz="2000" dirty="0">
                <a:solidFill>
                  <a:schemeClr val="tx1"/>
                </a:solidFill>
              </a:rPr>
              <a:t> de la </a:t>
            </a:r>
            <a:r>
              <a:rPr lang="en-US" sz="2000" dirty="0" err="1">
                <a:solidFill>
                  <a:schemeClr val="tx1"/>
                </a:solidFill>
              </a:rPr>
              <a:t>Computación</a:t>
            </a:r>
            <a:endParaRPr lang="en-US" sz="20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Universidad de Sonora</a:t>
            </a: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Ciclo 2026-2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495BDC-C8C4-7F0E-6A52-FED2D1F87BCF}"/>
              </a:ext>
            </a:extLst>
          </p:cNvPr>
          <p:cNvSpPr txBox="1"/>
          <p:nvPr/>
        </p:nvSpPr>
        <p:spPr>
          <a:xfrm>
            <a:off x="578651" y="3464626"/>
            <a:ext cx="609517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P R E S E N T A C I Ó N</a:t>
            </a:r>
          </a:p>
        </p:txBody>
      </p:sp>
    </p:spTree>
    <p:extLst>
      <p:ext uri="{BB962C8B-B14F-4D97-AF65-F5344CB8AC3E}">
        <p14:creationId xmlns:p14="http://schemas.microsoft.com/office/powerpoint/2010/main" val="27444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B12E9E-0882-B45B-2DE2-471784891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95B39-386A-9D19-6F28-344DEDE47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0850" y="2855359"/>
            <a:ext cx="4750300" cy="1147281"/>
          </a:xfrm>
        </p:spPr>
        <p:txBody>
          <a:bodyPr>
            <a:normAutofit fontScale="90000"/>
          </a:bodyPr>
          <a:lstStyle/>
          <a:p>
            <a:pPr algn="l"/>
            <a:r>
              <a:rPr lang="es-MX" sz="6000" dirty="0">
                <a:latin typeface="Aptos Black" panose="020B0004020202020204" pitchFamily="34" charset="0"/>
              </a:rPr>
              <a:t>Bienvenid</a:t>
            </a:r>
            <a:r>
              <a:rPr lang="en-US" sz="6000" dirty="0">
                <a:latin typeface="Aptos Black" panose="020B0004020202020204" pitchFamily="34" charset="0"/>
              </a:rPr>
              <a:t>@</a:t>
            </a:r>
            <a:r>
              <a:rPr lang="es-MX" sz="6000" dirty="0">
                <a:latin typeface="Aptos Black" panose="020B0004020202020204" pitchFamily="34" charset="0"/>
              </a:rPr>
              <a:t>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6F1A8-C7EF-F755-E06F-B6DAE6009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342" y="5062309"/>
            <a:ext cx="7353411" cy="1014107"/>
          </a:xfrm>
        </p:spPr>
        <p:txBody>
          <a:bodyPr>
            <a:normAutofit/>
          </a:bodyPr>
          <a:lstStyle/>
          <a:p>
            <a:pPr algn="l"/>
            <a:endParaRPr lang="es-MX" sz="2000"/>
          </a:p>
        </p:txBody>
      </p:sp>
    </p:spTree>
    <p:extLst>
      <p:ext uri="{BB962C8B-B14F-4D97-AF65-F5344CB8AC3E}">
        <p14:creationId xmlns:p14="http://schemas.microsoft.com/office/powerpoint/2010/main" val="168294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329988-FFDF-454D-3162-2E365D804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91FB9B-EDC2-4C11-513D-4A5EE2369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es-MX" sz="4800" dirty="0">
                <a:latin typeface="Aptos Black" panose="020B0004020202020204" pitchFamily="34" charset="0"/>
              </a:rPr>
              <a:t>Contenido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223B9-8820-3620-7B6D-A6E01BE99B79}"/>
              </a:ext>
            </a:extLst>
          </p:cNvPr>
          <p:cNvSpPr txBox="1"/>
          <p:nvPr/>
        </p:nvSpPr>
        <p:spPr>
          <a:xfrm>
            <a:off x="438363" y="1745880"/>
            <a:ext cx="749306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sz="2000" dirty="0"/>
              <a:t>Introducción. </a:t>
            </a:r>
          </a:p>
          <a:p>
            <a:pPr marL="342900" indent="-342900">
              <a:buAutoNum type="arabicPeriod"/>
            </a:pPr>
            <a:endParaRPr lang="es-MX" sz="2000" dirty="0"/>
          </a:p>
          <a:p>
            <a:pPr marL="342900" indent="-342900">
              <a:buAutoNum type="arabicPeriod"/>
            </a:pPr>
            <a:r>
              <a:rPr lang="es-MX" sz="2000" dirty="0"/>
              <a:t>Abstracción. </a:t>
            </a:r>
          </a:p>
          <a:p>
            <a:r>
              <a:rPr lang="es-MX" sz="2000" dirty="0"/>
              <a:t>       2.1 Abstracción. </a:t>
            </a:r>
          </a:p>
          <a:p>
            <a:r>
              <a:rPr lang="es-MX" sz="2000" dirty="0"/>
              <a:t>       2.2 Funciones. </a:t>
            </a:r>
          </a:p>
          <a:p>
            <a:r>
              <a:rPr lang="es-MX" sz="2000" dirty="0"/>
              <a:t>       2.3 Tipos. </a:t>
            </a:r>
          </a:p>
          <a:p>
            <a:pPr marL="457200" indent="-114300"/>
            <a:r>
              <a:rPr lang="es-MX" sz="2000" dirty="0"/>
              <a:t>2.4 Variables, alcance, listas y funciones de orden superior. </a:t>
            </a:r>
          </a:p>
          <a:p>
            <a:pPr lvl="1" indent="-114300"/>
            <a:r>
              <a:rPr lang="es-MX" sz="2000" dirty="0"/>
              <a:t>2.5 Algoritmos y nociones de complejidad. </a:t>
            </a:r>
          </a:p>
          <a:p>
            <a:pPr lvl="1" indent="-114300"/>
            <a:r>
              <a:rPr lang="es-MX" sz="2000" dirty="0"/>
              <a:t>2.6 Pruebas. </a:t>
            </a:r>
          </a:p>
          <a:p>
            <a:pPr lvl="1" indent="-114300"/>
            <a:r>
              <a:rPr lang="es-MX" sz="2000" dirty="0"/>
              <a:t>2.7 Recursividad. </a:t>
            </a:r>
          </a:p>
          <a:p>
            <a:pPr lvl="1" indent="-114300"/>
            <a:r>
              <a:rPr lang="es-MX" sz="2000" dirty="0"/>
              <a:t>2.8 Procedimientos como datos. </a:t>
            </a:r>
          </a:p>
          <a:p>
            <a:pPr lvl="1" indent="-114300"/>
            <a:r>
              <a:rPr lang="es-MX" sz="2000" dirty="0"/>
              <a:t>2.9 Paradigmas de programación. </a:t>
            </a:r>
          </a:p>
          <a:p>
            <a:pPr lvl="1" indent="-114300"/>
            <a:r>
              <a:rPr lang="es-MX" sz="2000" dirty="0"/>
              <a:t>2.10 Implicaciones sociales. </a:t>
            </a:r>
          </a:p>
          <a:p>
            <a:endParaRPr lang="es-MX" sz="2000" dirty="0">
              <a:latin typeface="Aptos" panose="020B0004020202020204" pitchFamily="34" charset="0"/>
            </a:endParaRPr>
          </a:p>
          <a:p>
            <a:endParaRPr lang="es-MX" sz="2000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8C7D9-1EF8-0563-9716-4F9CE3AB7B84}"/>
              </a:ext>
            </a:extLst>
          </p:cNvPr>
          <p:cNvSpPr txBox="1"/>
          <p:nvPr/>
        </p:nvSpPr>
        <p:spPr>
          <a:xfrm>
            <a:off x="6526938" y="1342741"/>
            <a:ext cx="691547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s-MX" sz="2000" dirty="0"/>
              <a:t>3. Aplicación de los conceptos con Python. </a:t>
            </a:r>
          </a:p>
          <a:p>
            <a:pPr marL="457200"/>
            <a:r>
              <a:rPr lang="es-MX" sz="2000" dirty="0"/>
              <a:t>3.1 Introducción. </a:t>
            </a:r>
          </a:p>
          <a:p>
            <a:pPr marL="457200"/>
            <a:r>
              <a:rPr lang="es-MX" sz="2000" dirty="0"/>
              <a:t>3.2 Estructuras en Python. </a:t>
            </a:r>
          </a:p>
          <a:p>
            <a:pPr marL="457200"/>
            <a:r>
              <a:rPr lang="es-MX" sz="2000" dirty="0"/>
              <a:t>3.3 Programación orientada a objetos en Python. </a:t>
            </a:r>
          </a:p>
          <a:p>
            <a:pPr marL="457200"/>
            <a:r>
              <a:rPr lang="es-MX" sz="2000" dirty="0"/>
              <a:t>3.4 Funciones de orden superior en Python. </a:t>
            </a:r>
          </a:p>
          <a:p>
            <a:pPr marL="457200"/>
            <a:r>
              <a:rPr lang="es-MX" sz="2000" dirty="0"/>
              <a:t>3.5 Recursión en Python. </a:t>
            </a:r>
          </a:p>
          <a:p>
            <a:pPr lvl="1"/>
            <a:r>
              <a:rPr lang="es-MX" sz="2000" dirty="0"/>
              <a:t>3.6 Concurrencia.</a:t>
            </a:r>
            <a:endParaRPr lang="es-MX" sz="2000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267B66-1E86-6E9D-4D9F-B02FD74AA7A9}"/>
              </a:ext>
            </a:extLst>
          </p:cNvPr>
          <p:cNvSpPr txBox="1"/>
          <p:nvPr/>
        </p:nvSpPr>
        <p:spPr>
          <a:xfrm>
            <a:off x="507901" y="6408162"/>
            <a:ext cx="108041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ptos" panose="020B0004020202020204" pitchFamily="34" charset="0"/>
                <a:hlinkClick r:id="rId2"/>
              </a:rPr>
              <a:t>https://cc.unison.mx/wp-content/uploads/2025/06/PROGRAMACION-I-22095.pdf</a:t>
            </a:r>
            <a:endParaRPr lang="es-MX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11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66D4E-689B-89E4-9025-7924A3B4C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3BEC06-36ED-84BC-5495-5819561F7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EC4D8-EEC1-3C4E-3D93-8A39FDACE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es-MX" sz="4800" dirty="0">
                <a:latin typeface="Aptos Black" panose="020B0004020202020204" pitchFamily="34" charset="0"/>
              </a:rPr>
              <a:t>Objetivos del curso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439AA-222D-FD0F-3FD2-E1E1C2895AE7}"/>
              </a:ext>
            </a:extLst>
          </p:cNvPr>
          <p:cNvSpPr txBox="1"/>
          <p:nvPr/>
        </p:nvSpPr>
        <p:spPr>
          <a:xfrm>
            <a:off x="948746" y="1804980"/>
            <a:ext cx="102945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Reconocer los aspectos básicos de la programación estructurada y orientada a objetos.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Aplicar las correspondientes técnicas de </a:t>
            </a:r>
            <a:r>
              <a:rPr lang="es-MX" sz="2400" dirty="0" err="1"/>
              <a:t>programación</a:t>
            </a:r>
            <a:r>
              <a:rPr lang="es-MX" sz="2400" dirty="0"/>
              <a:t> en la solución de problemas didácticos.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Desarrollar programas en lenguaje Python usando programación estructurada y orientada a objetos.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Demostrar capacidad de trabajar de forma autónoma y en equipo. </a:t>
            </a:r>
            <a:endParaRPr lang="es-MX" sz="2400" dirty="0">
              <a:latin typeface="Aptos" panose="020B0004020202020204" pitchFamily="34" charset="0"/>
            </a:endParaRPr>
          </a:p>
          <a:p>
            <a:endParaRPr lang="es-MX" sz="2400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FB8FB-ECD6-5DF4-85EC-7F9AAC1AC4B1}"/>
              </a:ext>
            </a:extLst>
          </p:cNvPr>
          <p:cNvSpPr txBox="1"/>
          <p:nvPr/>
        </p:nvSpPr>
        <p:spPr>
          <a:xfrm>
            <a:off x="507901" y="6408162"/>
            <a:ext cx="108041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ptos" panose="020B0004020202020204" pitchFamily="34" charset="0"/>
                <a:hlinkClick r:id="rId2"/>
              </a:rPr>
              <a:t>https://cc.unison.mx/wp-content/uploads/2025/06/PROGRAMACION-I-22095.pdf</a:t>
            </a:r>
            <a:endParaRPr lang="es-MX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89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30F01-9DF2-DD66-7AEB-8CCC3F4F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B84183-AE99-8CA8-C255-E5546C3C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E6C34-16CB-95C9-7662-0DB59302D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es-MX" sz="4800" dirty="0">
                <a:latin typeface="Aptos Black" panose="020B0004020202020204" pitchFamily="34" charset="0"/>
              </a:rPr>
              <a:t>Evaluación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4AC15-5C2D-61B4-D833-129176401D93}"/>
              </a:ext>
            </a:extLst>
          </p:cNvPr>
          <p:cNvSpPr txBox="1"/>
          <p:nvPr/>
        </p:nvSpPr>
        <p:spPr>
          <a:xfrm>
            <a:off x="2016308" y="4822409"/>
            <a:ext cx="9273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ptos" panose="020B0004020202020204" pitchFamily="34" charset="0"/>
              </a:rPr>
              <a:t>Asistencia de al menos al 75% de las sesiones del curso.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latin typeface="Aptos" panose="020B0004020202020204" pitchFamily="34" charset="0"/>
              </a:rPr>
              <a:t>Sujeto a calificación aprobatoria en los exámenes.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808ADB-A9DE-504A-97B8-52315107E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718107"/>
              </p:ext>
            </p:extLst>
          </p:nvPr>
        </p:nvGraphicFramePr>
        <p:xfrm>
          <a:off x="2115931" y="2091266"/>
          <a:ext cx="81280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981110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79036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Actividades en clase/Tareas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065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Prácticas de laboratorio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41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Exámenes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692979"/>
                  </a:ext>
                </a:extLst>
              </a:tr>
              <a:tr h="184793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Proyecto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Aptos" panose="020B0004020202020204" pitchFamily="34" charset="0"/>
                        </a:rPr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97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690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E8A6E-B112-B051-E3BA-88F8980E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C180-91DD-F308-37DA-C375F314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657" y="588397"/>
            <a:ext cx="9160475" cy="1132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 dirty="0" err="1">
                <a:latin typeface="Aptos Black" panose="020B0004020202020204" pitchFamily="34" charset="0"/>
              </a:rPr>
              <a:t>Sugerencias</a:t>
            </a:r>
            <a:r>
              <a:rPr lang="en-US" sz="4800" dirty="0">
                <a:latin typeface="Aptos Black" panose="020B0004020202020204" pitchFamily="34" charset="0"/>
              </a:rPr>
              <a:t> </a:t>
            </a:r>
            <a:r>
              <a:rPr lang="en-US" sz="4800" dirty="0" err="1">
                <a:latin typeface="Aptos Black" panose="020B0004020202020204" pitchFamily="34" charset="0"/>
              </a:rPr>
              <a:t>en</a:t>
            </a:r>
            <a:r>
              <a:rPr lang="en-US" sz="4800" dirty="0">
                <a:latin typeface="Aptos Black" panose="020B0004020202020204" pitchFamily="34" charset="0"/>
              </a:rPr>
              <a:t> </a:t>
            </a:r>
            <a:r>
              <a:rPr lang="en-US" sz="4800" dirty="0" err="1">
                <a:latin typeface="Aptos Black" panose="020B0004020202020204" pitchFamily="34" charset="0"/>
              </a:rPr>
              <a:t>clase</a:t>
            </a:r>
            <a:endParaRPr lang="en-US" sz="4800" dirty="0">
              <a:latin typeface="Aptos Black" panose="020B0004020202020204" pitchFamily="34" charset="0"/>
            </a:endParaRPr>
          </a:p>
        </p:txBody>
      </p:sp>
      <p:graphicFrame>
        <p:nvGraphicFramePr>
          <p:cNvPr id="10" name="TextBox 5">
            <a:extLst>
              <a:ext uri="{FF2B5EF4-FFF2-40B4-BE49-F238E27FC236}">
                <a16:creationId xmlns:a16="http://schemas.microsoft.com/office/drawing/2014/main" id="{62C0D752-9F93-724C-8A72-6102BCC2E3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0072218"/>
              </p:ext>
            </p:extLst>
          </p:nvPr>
        </p:nvGraphicFramePr>
        <p:xfrm>
          <a:off x="1599372" y="2067623"/>
          <a:ext cx="8993256" cy="3205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237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9C2C8-6312-5B9A-CA0F-1F4E8B63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33675C-5C33-3E33-9EA8-B887D7F63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B7BBF-DB94-D93E-E000-57E873899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853" y="548643"/>
            <a:ext cx="7437008" cy="3635797"/>
          </a:xfrm>
        </p:spPr>
        <p:txBody>
          <a:bodyPr anchor="t">
            <a:normAutofit/>
          </a:bodyPr>
          <a:lstStyle/>
          <a:p>
            <a:pPr algn="l"/>
            <a:r>
              <a:rPr lang="es-MX" sz="4800" dirty="0">
                <a:latin typeface="Aptos Black" panose="020B0004020202020204" pitchFamily="34" charset="0"/>
              </a:rPr>
              <a:t>Bibliografía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DCA4-C8A9-437C-015F-229D66F0EBCB}"/>
              </a:ext>
            </a:extLst>
          </p:cNvPr>
          <p:cNvSpPr txBox="1"/>
          <p:nvPr/>
        </p:nvSpPr>
        <p:spPr>
          <a:xfrm>
            <a:off x="858853" y="1808923"/>
            <a:ext cx="103673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ptos" panose="020B0004020202020204" pitchFamily="34" charset="0"/>
              </a:rPr>
              <a:t>Berkeley and </a:t>
            </a:r>
            <a:r>
              <a:rPr lang="es-MX" dirty="0" err="1">
                <a:latin typeface="Aptos" panose="020B0004020202020204" pitchFamily="34" charset="0"/>
              </a:rPr>
              <a:t>Education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Development</a:t>
            </a:r>
            <a:r>
              <a:rPr lang="es-MX" dirty="0">
                <a:latin typeface="Aptos" panose="020B0004020202020204" pitchFamily="34" charset="0"/>
              </a:rPr>
              <a:t> Center, Inc. (2024). The Beauty and </a:t>
            </a:r>
            <a:r>
              <a:rPr lang="es-MX" dirty="0" err="1">
                <a:latin typeface="Aptos" panose="020B0004020202020204" pitchFamily="34" charset="0"/>
              </a:rPr>
              <a:t>Joy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of</a:t>
            </a:r>
            <a:r>
              <a:rPr lang="es-MX" dirty="0">
                <a:latin typeface="Aptos" panose="020B0004020202020204" pitchFamily="34" charset="0"/>
              </a:rPr>
              <a:t> Computing </a:t>
            </a:r>
            <a:r>
              <a:rPr lang="es-MX" dirty="0" err="1">
                <a:latin typeface="Aptos" panose="020B0004020202020204" pitchFamily="34" charset="0"/>
              </a:rPr>
              <a:t>by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University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of</a:t>
            </a:r>
            <a:r>
              <a:rPr lang="es-MX" dirty="0">
                <a:latin typeface="Aptos" panose="020B0004020202020204" pitchFamily="34" charset="0"/>
              </a:rPr>
              <a:t> California: </a:t>
            </a:r>
            <a:r>
              <a:rPr lang="es-MX" dirty="0">
                <a:latin typeface="Aptos" panose="020B0004020202020204" pitchFamily="34" charset="0"/>
                <a:hlinkClick r:id="rId2"/>
              </a:rPr>
              <a:t>https://bjc.edc.org</a:t>
            </a:r>
            <a:r>
              <a:rPr lang="es-MX" dirty="0">
                <a:latin typeface="Aptos" panose="020B0004020202020204" pitchFamily="34" charset="0"/>
              </a:rPr>
              <a:t>,  </a:t>
            </a:r>
            <a:r>
              <a:rPr lang="es-MX" dirty="0">
                <a:latin typeface="Aptos" panose="020B0004020202020204" pitchFamily="34" charset="0"/>
                <a:hlinkClick r:id="rId3"/>
              </a:rPr>
              <a:t>https://cs10.org/sp24/</a:t>
            </a: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latin typeface="Aptos" panose="020B0004020202020204" pitchFamily="34" charset="0"/>
              </a:rPr>
              <a:t>Guttag</a:t>
            </a:r>
            <a:r>
              <a:rPr lang="es-MX" dirty="0">
                <a:latin typeface="Aptos" panose="020B0004020202020204" pitchFamily="34" charset="0"/>
              </a:rPr>
              <a:t>, J. V. (2021). </a:t>
            </a:r>
            <a:r>
              <a:rPr lang="es-MX" dirty="0" err="1">
                <a:latin typeface="Aptos" panose="020B0004020202020204" pitchFamily="34" charset="0"/>
              </a:rPr>
              <a:t>Introduction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to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Computation</a:t>
            </a:r>
            <a:r>
              <a:rPr lang="es-MX" dirty="0">
                <a:latin typeface="Aptos" panose="020B0004020202020204" pitchFamily="34" charset="0"/>
              </a:rPr>
              <a:t> and </a:t>
            </a:r>
            <a:r>
              <a:rPr lang="es-MX" dirty="0" err="1">
                <a:latin typeface="Aptos" panose="020B0004020202020204" pitchFamily="34" charset="0"/>
              </a:rPr>
              <a:t>Programming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Using</a:t>
            </a:r>
            <a:r>
              <a:rPr lang="es-MX" dirty="0">
                <a:latin typeface="Aptos" panose="020B0004020202020204" pitchFamily="34" charset="0"/>
              </a:rPr>
              <a:t> Python </a:t>
            </a:r>
            <a:r>
              <a:rPr lang="es-MX" dirty="0" err="1">
                <a:latin typeface="Aptos" panose="020B0004020202020204" pitchFamily="34" charset="0"/>
              </a:rPr>
              <a:t>with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Application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to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Computational</a:t>
            </a:r>
            <a:r>
              <a:rPr lang="es-MX" dirty="0">
                <a:latin typeface="Aptos" panose="020B0004020202020204" pitchFamily="34" charset="0"/>
              </a:rPr>
              <a:t> </a:t>
            </a:r>
            <a:r>
              <a:rPr lang="es-MX" dirty="0" err="1">
                <a:latin typeface="Aptos" panose="020B0004020202020204" pitchFamily="34" charset="0"/>
              </a:rPr>
              <a:t>Modeling</a:t>
            </a:r>
            <a:r>
              <a:rPr lang="es-MX" dirty="0">
                <a:latin typeface="Aptos" panose="020B0004020202020204" pitchFamily="34" charset="0"/>
              </a:rPr>
              <a:t> and </a:t>
            </a:r>
            <a:r>
              <a:rPr lang="es-MX" dirty="0" err="1">
                <a:latin typeface="Aptos" panose="020B0004020202020204" pitchFamily="34" charset="0"/>
              </a:rPr>
              <a:t>Understanding</a:t>
            </a:r>
            <a:r>
              <a:rPr lang="es-MX" dirty="0">
                <a:latin typeface="Aptos" panose="020B0004020202020204" pitchFamily="34" charset="0"/>
              </a:rPr>
              <a:t> Data (3.a ed.). MIT 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19937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337</Words>
  <Application>Microsoft Office PowerPoint</Application>
  <PresentationFormat>Widescreen</PresentationFormat>
  <Paragraphs>59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Black</vt:lpstr>
      <vt:lpstr>Aptos Display</vt:lpstr>
      <vt:lpstr>Arial</vt:lpstr>
      <vt:lpstr>Calibri</vt:lpstr>
      <vt:lpstr>VanillaVTI</vt:lpstr>
      <vt:lpstr>Office Theme</vt:lpstr>
      <vt:lpstr>PROGRAMACIÓN I</vt:lpstr>
      <vt:lpstr>Bienvenid@s</vt:lpstr>
      <vt:lpstr>Contenido</vt:lpstr>
      <vt:lpstr>Objetivos del curso</vt:lpstr>
      <vt:lpstr>Evaluación</vt:lpstr>
      <vt:lpstr>Sugerencias en clase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JANNETH RIVERA REYNA</dc:creator>
  <cp:lastModifiedBy>MARIA JANNETH RIVERA REYNA</cp:lastModifiedBy>
  <cp:revision>18</cp:revision>
  <dcterms:created xsi:type="dcterms:W3CDTF">2026-08-07T05:00:48Z</dcterms:created>
  <dcterms:modified xsi:type="dcterms:W3CDTF">2026-08-13T15:13:35Z</dcterms:modified>
</cp:coreProperties>
</file>